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463040"/>
            <a:ext cx="9601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</a:defRPr>
            </a:pPr>
            <a:r>
              <a:t>AWS ENTERPRISE AGENTIC AI CORE &amp; MCP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Module 1: Serverless Model Context Protocol (MCP) Suite on AWS Bedrock Nova Micro &amp; Lambda</a:t>
            </a:r>
          </a:p>
          <a:p>
            <a:br/>
            <a:pPr>
              <a:defRPr sz="1400">
                <a:solidFill>
                  <a:srgbClr val="94A3B8"/>
                </a:solidFill>
              </a:defRPr>
            </a:pPr>
            <a:r>
              <a:t>• Serverless MCP Tool Server on AWS Lambda &amp; Amazon API Gateway HTTP v2</a:t>
            </a:r>
            <a:br/>
            <a:r>
              <a:t>• Amazon Bedrock Nova Micro Agentic Reasoning Loop with Function Calling</a:t>
            </a:r>
            <a:br/>
            <a:r>
              <a:t>• Persistent Session State Memory in Amazon DynamoDB (AgentMemoryTable)</a:t>
            </a:r>
            <a:br/>
            <a:r>
              <a:t>• 100% Free-Tier Architecture ($0.00 Running Infrastructure)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AWS AGENTIC AI SUITE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Module 1: Why Use Serverless Agentic AI &amp; Model Context Protocol?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💡 Business &amp; Cost Benefits</a:t>
            </a:r>
          </a:p>
          <a:p>
            <a:br/>
            <a:pPr>
              <a:defRPr sz="1250">
                <a:solidFill>
                  <a:srgbClr val="E2E8F0"/>
                </a:solidFill>
              </a:defRPr>
            </a:pPr>
            <a:r>
              <a:t>1. Zero EC2 / Server Costs:</a:t>
            </a:r>
            <a:br/>
            <a:r>
              <a:t>   Runs 100% serverless on AWS Lambda &amp; Bedrock. Costs $0 when idle.</a:t>
            </a:r>
            <a:br/>
            <a:br/>
            <a:r>
              <a:t>2. Open Standard MCP Protocol:</a:t>
            </a:r>
            <a:br/>
            <a:r>
              <a:t>   Uses Anthropic Model Context Protocol to execute standardized tools.</a:t>
            </a:r>
            <a:br/>
            <a:br/>
            <a:r>
              <a:t>3. Sub-Second Autonomous Execution:</a:t>
            </a:r>
            <a:br/>
            <a:r>
              <a:t>   Bedrock dynamically selects and runs Lambda tools without human intervention.</a:t>
            </a:r>
            <a:br/>
            <a:br/>
            <a:r>
              <a:t>4. Persistent State Management:</a:t>
            </a:r>
            <a:br/>
            <a:r>
              <a:t>   DynamoDB preserves session history across page reloads and API calls.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46304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⚡ Key Capabilities &amp; Free Tier Limits</a:t>
            </a:r>
          </a:p>
          <a:p>
            <a:br/>
            <a:pPr>
              <a:defRPr sz="1250">
                <a:solidFill>
                  <a:srgbClr val="E2E8F0"/>
                </a:solidFill>
              </a:defRPr>
            </a:pPr>
            <a:r>
              <a:t>• Bedrock Nova Micro: 128,000 Context Window Token limit per call.</a:t>
            </a:r>
            <a:br/>
            <a:r>
              <a:t>• AWS Lambda: 1,000,000 Free Requests &amp; 3.2M sec compute per month.</a:t>
            </a:r>
            <a:br/>
            <a:r>
              <a:t>• Amazon DynamoDB: 25 GB Free Storage &amp; 25 WCU / RCU capacity.</a:t>
            </a:r>
            <a:br/>
            <a:r>
              <a:t>• API Gateway: 1,000,000 Free HTTP API calls per month.</a:t>
            </a:r>
            <a:br/>
            <a:r>
              <a:t>• Self-Healing Teardown: 1-Click Boto3 purging prevents stuck AWS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AWS AGENTIC AI SUITE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Module 1 Architecture &amp; Node Pipeline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🌐 Modular AWS Architecture Pipeline:</a:t>
            </a:r>
          </a:p>
          <a:p>
            <a:br/>
            <a:pPr>
              <a:defRPr sz="1400">
                <a:solidFill>
                  <a:srgbClr val="38BDF8"/>
                </a:solidFill>
              </a:defRPr>
            </a:pPr>
            <a:r>
              <a:t>[ Client UI ] ➔ (1) HTTP POST /api/chat ➔ [ Amazon API Gateway ]</a:t>
            </a:r>
            <a:br/>
            <a:r>
              <a:t>                    ↓</a:t>
            </a:r>
            <a:br/>
            <a:r>
              <a:t>[ AWS Bedrock Nova Micro ] ⇇ (2) Converse API Reasoning Loop</a:t>
            </a:r>
            <a:br/>
            <a:r>
              <a:t>                    ↓</a:t>
            </a:r>
            <a:br/>
            <a:r>
              <a:t>[ MCP Client Protocol ] ➔ (3) Invoke Tool /tools/call</a:t>
            </a:r>
            <a:br/>
            <a:r>
              <a:t>                    ↓</a:t>
            </a:r>
            <a:br/>
            <a:r>
              <a:t>[ AWS Lambda McpToolServer ] ➔ (4) Execute Save / Query Tool</a:t>
            </a:r>
            <a:br/>
            <a:r>
              <a:t>                    ↓</a:t>
            </a:r>
            <a:br/>
            <a:r>
              <a:t>[ Amazon DynamoDB ] ➔ (5) Store / Fetch Item in AgentMemoryTable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AWS AGENTIC AI SUITE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Module 1: How To Deploy &amp; Execute Live MCP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🚀 Step-by-Step Usage Guide:</a:t>
            </a:r>
          </a:p>
          <a:p>
            <a:br/>
            <a:pPr>
              <a:defRPr sz="1300">
                <a:solidFill>
                  <a:srgbClr val="F1F5F9"/>
                </a:solidFill>
              </a:defRPr>
            </a:pPr>
            <a:r>
              <a:t>Step 1: Open ⚙️ AWS Config and enter your AWS Credentials (or use Local Simulation mode).</a:t>
            </a:r>
            <a:br/>
            <a:r>
              <a:t>Step 2: Click '🚀 Live AWS Deploy' to deploy Module 1 via CloudFormation.</a:t>
            </a:r>
            <a:br/>
            <a:r>
              <a:t>Step 3: Type your prompt or click '⚡ Quick Actions &amp; Presets Menu' (e.g. Save Session / Query DB).</a:t>
            </a:r>
            <a:br/>
            <a:r>
              <a:t>Step 4: Watch live real-time CloudWatch &amp; MCP protocol logs in Column 2.</a:t>
            </a:r>
            <a:br/>
            <a:r>
              <a:t>Step 5: Click '🔥 Stack Teardown' to completely purge all AWS resources with 1 click!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7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AWS AGENTIC AI SUITE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Module 1: Ready-To-Post LinkedIn Showcase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4846320"/>
          </a:xfrm>
          <a:prstGeom prst="roundRect">
            <a:avLst/>
          </a:prstGeom>
          <a:solidFill>
            <a:srgbClr val="0B112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10149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📲 Copy &amp; Post on LinkedIn: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🚀 Built an Enterprise Serverless Agentic AI Core on AWS using Amazon Bedrock Nova Micro &amp; Model Context Protocol (MCP)!</a:t>
            </a:r>
            <a:br/>
            <a:br/>
            <a:r>
              <a:t>💡 Key Features:</a:t>
            </a:r>
            <a:br/>
            <a:r>
              <a:t>• 100% Serverless MCP Tool Server on AWS Lambda</a:t>
            </a:r>
            <a:br/>
            <a:r>
              <a:t>• Autonomous Tool Selection &amp; Reasoning Loop</a:t>
            </a:r>
            <a:br/>
            <a:r>
              <a:t>• Persistent Memory in Amazon DynamoDB</a:t>
            </a:r>
            <a:br/>
            <a:r>
              <a:t>• Self-Healing Boto3 CloudFormation Teardown ($0.00 Free Tier)</a:t>
            </a:r>
            <a:br/>
            <a:br/>
            <a:r>
              <a:t>#AWS #Bedrock #GenAI #ModelContextProtocol #Serverless #Python #CloudFormation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