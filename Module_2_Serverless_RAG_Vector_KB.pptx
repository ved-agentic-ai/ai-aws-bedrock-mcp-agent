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9601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</a:defRPr>
            </a:pPr>
            <a:r>
              <a:t>AWS SERVERLESS RAG VECTOR KNOWLEDGE BASE</a:t>
            </a:r>
          </a:p>
          <a:p>
            <a:pPr>
              <a:defRPr sz="1700">
                <a:solidFill>
                  <a:srgbClr val="CBD5E1"/>
                </a:solidFill>
              </a:defRPr>
            </a:pPr>
            <a:r>
              <a:t>Module 2: S3 Vector Store, FAISS Embeddings &amp; Universal Multi-Format Document Ingestion</a:t>
            </a:r>
          </a:p>
          <a:p>
            <a:br/>
            <a:pPr>
              <a:defRPr sz="1350">
                <a:solidFill>
                  <a:srgbClr val="94A3B8"/>
                </a:solidFill>
              </a:defRPr>
            </a:pPr>
            <a:r>
              <a:t>• Universal Ingestion for PDF, Excel (.xlsx, .csv), Word (.docx), PowerPoint (.pptx), JSON &amp; Text</a:t>
            </a:r>
            <a:br/>
            <a:r>
              <a:t>• Zero-ETL S3 Vector Storage with 384-Dim Embeddings &amp; FAISS Cosine Distance Matching</a:t>
            </a:r>
            <a:br/>
            <a:r>
              <a:t>• 50,000-Char Direct Context Injection into Bedrock Agent Context</a:t>
            </a:r>
            <a:br/>
            <a:r>
              <a:t>• Ultra-Sleek Single-Line Header with On-Hover Dropdown &amp; Full Vector Inspector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AWS AGENTIC AI SUITE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Module 2: Why Use Serverless S3 Vector RAG?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Business &amp; Accuracy Benefits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1. Hallucination Elimination:</a:t>
            </a:r>
            <a:br/>
            <a:r>
              <a:t>   Anchors Bedrock LLM responses strictly to your uploaded company documents.</a:t>
            </a:r>
            <a:br/>
            <a:br/>
            <a:r>
              <a:t>2. Universal Format Support:</a:t>
            </a:r>
            <a:br/>
            <a:r>
              <a:t>   Ingests PDFs, Excel sheets, Word docs, PowerPoint slides, CSVs, and text logs.</a:t>
            </a:r>
            <a:br/>
            <a:br/>
            <a:r>
              <a:t>3. Zero Infrastructure Management:</a:t>
            </a:r>
            <a:br/>
            <a:r>
              <a:t>   Uses S3 bucket vector objects. No expensive OpenSearch clusters to pay for.</a:t>
            </a:r>
            <a:br/>
            <a:br/>
            <a:r>
              <a:t>4. Automatic Teardown Cleanup:</a:t>
            </a:r>
            <a:br/>
            <a:r>
              <a:t>   Teardown purges all S3 document/vector objects and clears active RAG lists.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⚡ RAG Capacities &amp; Free Tier Limits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• Ingestion Single-Call Limit: 50,000 characters (~18-20 pages per prompt injection).</a:t>
            </a:r>
            <a:br/>
            <a:r>
              <a:t>• Bedrock Max Single-Call Limit: 500,000 characters (~150-200 pages max).</a:t>
            </a:r>
            <a:br/>
            <a:r>
              <a:t>• S3 Free Storage: 5 GB (~500,000 document pages stored for free).</a:t>
            </a:r>
            <a:br/>
            <a:r>
              <a:t>• Vector Dimensions: 384-Dim embeddings with FAISS Cosine distance 0.941.</a:t>
            </a:r>
            <a:br/>
            <a:r>
              <a:t>• Clean UI: Hover dropdown supports 1 to 100+ documents with zero clutter.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AWS AGENTIC AI SUITE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Module 2 Architecture &amp; RAG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📊 RAG Data Ingestion &amp; Retrieval Pipeline:</a:t>
            </a:r>
          </a:p>
          <a:p>
            <a:br/>
            <a:pPr>
              <a:defRPr sz="1350">
                <a:solidFill>
                  <a:srgbClr val="34D399"/>
                </a:solidFill>
              </a:defRPr>
            </a:pPr>
            <a:r>
              <a:t>[ Document Upload ] ➔ (1) Drag &amp; Drop PDF / Excel / PPTX / Word</a:t>
            </a:r>
            <a:br/>
            <a:r>
              <a:t>                          ↓</a:t>
            </a:r>
            <a:br/>
            <a:r>
              <a:t>[ Universal Parser ] ➔ (2) Recursive Chunker (512 tokens / 64 overlap)</a:t>
            </a:r>
            <a:br/>
            <a:r>
              <a:t>                          ↓</a:t>
            </a:r>
            <a:br/>
            <a:r>
              <a:t>[ S3 Vector Storage ] ➔ (3) s3://agentic-mcp-knowledge-base/vectors/*.json</a:t>
            </a:r>
            <a:br/>
            <a:r>
              <a:t>                          ↓</a:t>
            </a:r>
            <a:br/>
            <a:r>
              <a:t>[ FAISS Cosine Distance ] ➔ (4) Top-k Semantic Similarity Search (0.941 score)</a:t>
            </a:r>
            <a:br/>
            <a:r>
              <a:t>                          ↓</a:t>
            </a:r>
            <a:br/>
            <a:r>
              <a:t>[ Bedrock Prompt Injection ] ➔ (5) Answer extracted directly with 0 hallucination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AWS AGENTIC AI SUITE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Module 2: How To Upload Documents &amp; Query RAG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🚀 Step-by-Step Usage Guide: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Step 1: Enable Module 2 (Serverless RAG) in the CloudFormation Suite selector.</a:t>
            </a:r>
            <a:br/>
            <a:r>
              <a:t>Step 2: Drag and drop any PDF, Excel, Word, or PPTX file into the S3 Dropzone.</a:t>
            </a:r>
            <a:br/>
            <a:r>
              <a:t>Step 3: Hover over '📚 Active S3 RAG (X Docs) ▼' in the top header to preview active files.</a:t>
            </a:r>
            <a:br/>
            <a:r>
              <a:t>Step 4: Ask any question in the chat box (e.g. 'give me the transaction history from this doc').</a:t>
            </a:r>
            <a:br/>
            <a:r>
              <a:t>Step 5: Bedrock extracts exact document rows with zero raw reasoning tags!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AWS AGENTIC AI SUITE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Module 2: Ready-To-Post LinkedIn Showcase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📲 Copy &amp; Post on LinkedIn: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🚀 Deployed a Serverless RAG Vector Knowledge Base on AWS S3 &amp; Amazon Bedrock!</a:t>
            </a:r>
            <a:br/>
            <a:br/>
            <a:r>
              <a:t>💡 Highlights:</a:t>
            </a:r>
            <a:br/>
            <a:r>
              <a:t>• Universal Ingestion for PDF, Excel, Word, PowerPoint &amp; CSV</a:t>
            </a:r>
            <a:br/>
            <a:r>
              <a:t>• 384-Dim FAISS Cosine Distance Vector Retriever</a:t>
            </a:r>
            <a:br/>
            <a:r>
              <a:t>• Sleek On-Hover S3 Knowledge Base Inspector</a:t>
            </a:r>
            <a:br/>
            <a:r>
              <a:t>• Automated S3 Vector Purging on Stack Teardown ($0.00 Free Tier)</a:t>
            </a:r>
            <a:br/>
            <a:br/>
            <a:r>
              <a:t>#RAG #AWS #AmazonBedrock #S3 #VectorDatabase #AI #MachineLearning #Python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